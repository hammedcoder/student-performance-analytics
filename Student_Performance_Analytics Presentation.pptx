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67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3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4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7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0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6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9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2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1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0637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25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63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18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5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75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0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9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1112520"/>
          </a:xfrm>
        </p:spPr>
        <p:txBody>
          <a:bodyPr/>
          <a:lstStyle/>
          <a:p>
            <a:r>
              <a:rPr sz="2600" b="1" dirty="0">
                <a:solidFill>
                  <a:schemeClr val="tx1"/>
                </a:solidFill>
                <a:latin typeface="Segoe UI"/>
              </a:rPr>
              <a:t>Improving Student Academic Performance Through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1F2937"/>
                </a:solidFill>
                <a:latin typeface="Segoe UI"/>
              </a:rPr>
              <a:t>Project title: </a:t>
            </a:r>
            <a:r>
              <a:rPr sz="1800" b="1" dirty="0" smtClean="0">
                <a:solidFill>
                  <a:srgbClr val="1F2937"/>
                </a:solidFill>
                <a:latin typeface="Segoe UI"/>
              </a:rPr>
              <a:t>Student </a:t>
            </a:r>
            <a:r>
              <a:rPr sz="1800" b="1" dirty="0">
                <a:solidFill>
                  <a:srgbClr val="1F2937"/>
                </a:solidFill>
                <a:latin typeface="Segoe UI"/>
              </a:rPr>
              <a:t>Academic Performance Analytics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Presented by: </a:t>
            </a:r>
            <a:r>
              <a:rPr sz="1800" b="1" dirty="0">
                <a:solidFill>
                  <a:srgbClr val="1F2937"/>
                </a:solidFill>
                <a:latin typeface="Segoe UI"/>
              </a:rPr>
              <a:t>Rafiu Hammed </a:t>
            </a:r>
            <a:r>
              <a:rPr sz="1800" b="1" dirty="0" err="1">
                <a:solidFill>
                  <a:srgbClr val="1F2937"/>
                </a:solidFill>
                <a:latin typeface="Segoe UI"/>
              </a:rPr>
              <a:t>Abiola</a:t>
            </a:r>
            <a:endParaRPr sz="1800" b="1" dirty="0">
              <a:solidFill>
                <a:srgbClr val="1F2937"/>
              </a:solidFill>
              <a:latin typeface="Segoe UI"/>
            </a:endParaRP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Mentor: </a:t>
            </a:r>
            <a:r>
              <a:rPr sz="1800" b="1" dirty="0">
                <a:solidFill>
                  <a:srgbClr val="1F2937"/>
                </a:solidFill>
                <a:latin typeface="Segoe UI"/>
              </a:rPr>
              <a:t>Yusuf Godwin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Group: </a:t>
            </a:r>
            <a:r>
              <a:rPr lang="en-US" sz="1800" b="1" dirty="0" smtClean="0">
                <a:solidFill>
                  <a:srgbClr val="1F2937"/>
                </a:solidFill>
                <a:latin typeface="Segoe UI"/>
              </a:rPr>
              <a:t>c3 adv. Data analysis &amp; visualization 002</a:t>
            </a:r>
            <a:endParaRPr sz="1800" b="1" dirty="0">
              <a:solidFill>
                <a:srgbClr val="1F2937"/>
              </a:solidFill>
              <a:latin typeface="Segoe UI"/>
            </a:endParaRPr>
          </a:p>
          <a:p>
            <a:r>
              <a:rPr sz="1800" b="1" dirty="0" err="1">
                <a:solidFill>
                  <a:srgbClr val="1F2937"/>
                </a:solidFill>
                <a:latin typeface="Segoe UI"/>
              </a:rPr>
              <a:t>Deep_Tech</a:t>
            </a:r>
            <a:r>
              <a:rPr sz="1800" b="1" dirty="0">
                <a:solidFill>
                  <a:srgbClr val="1F2937"/>
                </a:solidFill>
                <a:latin typeface="Segoe UI"/>
              </a:rPr>
              <a:t>/</a:t>
            </a:r>
            <a:r>
              <a:rPr sz="1800" b="1" dirty="0" err="1">
                <a:solidFill>
                  <a:srgbClr val="1F2937"/>
                </a:solidFill>
                <a:latin typeface="Segoe UI"/>
              </a:rPr>
              <a:t>WESOnline</a:t>
            </a:r>
            <a:r>
              <a:rPr sz="1800" b="1" dirty="0">
                <a:solidFill>
                  <a:srgbClr val="1F2937"/>
                </a:solidFill>
                <a:latin typeface="Segoe UI"/>
              </a:rPr>
              <a:t> Mentorship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Schools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collect large amounts of student data but often struggle to transform it into meaningful insights.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Educators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may find it difficult to identify performance patterns and support students who need intervention.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This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project addresses the need for data-driven academic decision-making.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Project Overview /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F2937"/>
                </a:solidFill>
                <a:latin typeface="Segoe UI"/>
              </a:rPr>
              <a:t>Student Academic Performance Analytics cleans, analyzes, and visualizes student records to generate actionable insights.</a:t>
            </a:r>
          </a:p>
          <a:p>
            <a:endParaRPr sz="1800">
              <a:solidFill>
                <a:srgbClr val="1F2937"/>
              </a:solidFill>
              <a:latin typeface="Segoe UI"/>
            </a:endParaRPr>
          </a:p>
          <a:p>
            <a:r>
              <a:rPr sz="1800">
                <a:solidFill>
                  <a:srgbClr val="1F2937"/>
                </a:solidFill>
                <a:latin typeface="Segoe UI"/>
              </a:rPr>
              <a:t>The Power BI dashboard helps educators monitor KPIs, compare subject performance, identify trends, and support evidence-based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Python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(Pandas, </a:t>
            </a:r>
            <a:r>
              <a:rPr sz="1800" dirty="0" err="1">
                <a:solidFill>
                  <a:srgbClr val="1F2937"/>
                </a:solidFill>
                <a:latin typeface="Segoe UI"/>
              </a:rPr>
              <a:t>Matplotlib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) – Data cleaning and exploratory analysis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SQL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– Data querying and analysis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Excel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&amp; Power Query – Data preparation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Power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BI – Dashboard development and visualization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GitHub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–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Methodology /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1F2937"/>
                </a:solidFill>
                <a:latin typeface="Segoe UI"/>
              </a:rPr>
              <a:t>1. Business </a:t>
            </a:r>
            <a:r>
              <a:rPr sz="1800" dirty="0" smtClean="0">
                <a:solidFill>
                  <a:srgbClr val="1F2937"/>
                </a:solidFill>
                <a:latin typeface="Segoe UI"/>
              </a:rPr>
              <a:t>Understanding</a:t>
            </a:r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2. Data Understanding and Profiling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3. Data Cleaning and Quality Assessment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4. Exploratory Data Analysis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5. KPI Definition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6. Power BI Dashboard Development</a:t>
            </a: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7. Insights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F5F7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58505"/>
            <a:ext cx="8104909" cy="4683313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127000" dist="38100" dir="2700000" algn="ctr">
              <a:srgbClr val="000000">
                <a:alpha val="45000"/>
              </a:srgbClr>
            </a:outerShdw>
            <a:softEdge rad="139700"/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Results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1800" dirty="0">
                <a:solidFill>
                  <a:srgbClr val="1F2937"/>
                </a:solidFill>
                <a:latin typeface="Segoe UI"/>
              </a:rPr>
              <a:t>Key Results: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5,000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students analyzed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Pass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Rate: 94.70%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Average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Final Percentage: 67.48%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60.70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% of students scored between 60–79%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Subject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performance was relatively balanced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Demo: Interactive dashboard showing KPIs, distributions, subject analysis, and attendance relationship.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7772400" cy="548640"/>
          </a:xfrm>
        </p:spPr>
        <p:txBody>
          <a:bodyPr/>
          <a:lstStyle/>
          <a:p>
            <a:r>
              <a:rPr sz="2600" b="1">
                <a:solidFill>
                  <a:srgbClr val="172554"/>
                </a:solidFill>
                <a:latin typeface="Segoe U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6145"/>
            <a:ext cx="7797662" cy="3311189"/>
          </a:xfrm>
        </p:spPr>
        <p:txBody>
          <a:bodyPr>
            <a:normAutofit fontScale="85000" lnSpcReduction="10000"/>
          </a:bodyPr>
          <a:lstStyle/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Data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analytics supports better educational decisions.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No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single available variable showed a strong linear relationship with final performance.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Student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success is influenced by multiple factors.</a:t>
            </a:r>
          </a:p>
          <a:p>
            <a:endParaRPr sz="1800" dirty="0">
              <a:solidFill>
                <a:srgbClr val="1F2937"/>
              </a:solidFill>
              <a:latin typeface="Segoe UI"/>
            </a:endParaRPr>
          </a:p>
          <a:p>
            <a:r>
              <a:rPr sz="1800" dirty="0">
                <a:solidFill>
                  <a:srgbClr val="1F2937"/>
                </a:solidFill>
                <a:latin typeface="Segoe UI"/>
              </a:rPr>
              <a:t>Future Improvements: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Add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richer educational data</a:t>
            </a:r>
          </a:p>
          <a:p>
            <a:r>
              <a:rPr sz="1800" dirty="0" smtClean="0">
                <a:solidFill>
                  <a:srgbClr val="1F2937"/>
                </a:solidFill>
                <a:latin typeface="Segoe UI"/>
              </a:rPr>
              <a:t>Develop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predictive analytics</a:t>
            </a:r>
          </a:p>
          <a:p>
            <a:r>
              <a:rPr sz="1800" smtClean="0">
                <a:solidFill>
                  <a:srgbClr val="1F2937"/>
                </a:solidFill>
                <a:latin typeface="Segoe UI"/>
              </a:rPr>
              <a:t>Expand </a:t>
            </a:r>
            <a:r>
              <a:rPr sz="1800" dirty="0">
                <a:solidFill>
                  <a:srgbClr val="1F2937"/>
                </a:solidFill>
                <a:latin typeface="Segoe UI"/>
              </a:rPr>
              <a:t>school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563EB"/>
                </a:solidFill>
                <a:latin typeface="Segoe UI"/>
              </a:rPr>
              <a:t>Student Academic Performance Analytics | Deep_Tech/WESOnline Mentorship Program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20</TotalTime>
  <Words>350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Impact</vt:lpstr>
      <vt:lpstr>Segoe UI</vt:lpstr>
      <vt:lpstr>Main Event</vt:lpstr>
      <vt:lpstr>Improving Student Academic Performance Through Data Analytics</vt:lpstr>
      <vt:lpstr>Problem Statement</vt:lpstr>
      <vt:lpstr>Project Overview / Solution</vt:lpstr>
      <vt:lpstr>Tools &amp; Technologies</vt:lpstr>
      <vt:lpstr>Methodology / Implementation</vt:lpstr>
      <vt:lpstr>Results / Demo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Student Academic Performance Through Data Analytics</dc:title>
  <dc:subject/>
  <dc:creator>hexadesignLAB</dc:creator>
  <cp:keywords/>
  <dc:description>generated using python-pptx</dc:description>
  <cp:lastModifiedBy>hexadesignLAB</cp:lastModifiedBy>
  <cp:revision>7</cp:revision>
  <dcterms:created xsi:type="dcterms:W3CDTF">2013-01-27T09:14:16Z</dcterms:created>
  <dcterms:modified xsi:type="dcterms:W3CDTF">2026-08-13T06:13:53Z</dcterms:modified>
  <cp:category/>
</cp:coreProperties>
</file>